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Comparative Performance Analysis of TCP Congestion Control and SDN Controllers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Level A Project - COP 5718 Network Performance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Overview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Objective: Compare performance of TCP congestion control algorithms (Reno vs CUBIC) and UDP across two SDN controllers (POX vs Ryu)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Topology: Dumbbell network with 22 hosts, 6 switches, 2 routers, and a 10 Mbps bottleneck link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Performance Metrics: Throughput, Latency, Packet Loss, Jitter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Project Level: A (3 Wild Cards achieved)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✓ Compare 2 SDN controllers (POX vs Ryu)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✓ Compare 3 protocols (TCP Reno, TCP CUBIC, UDP)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✓ Compare 4 performance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These Protocols?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TCP Reno: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Classic congestion control algorithm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Fast recovery with fast retransmit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Baseline for comparison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TCP CUBIC: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Modern cubic window growth function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Better for high-bandwidth, high-latency networks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Default in Linux kernels since 2.6.19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UDP: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Connectionless, no congestion control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Maximum throughput potential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Reveals network capacity limits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Why Compare?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Understand congestion control impact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Evaluate modern vs classic algorithms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Assess protocol behavior under stress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These SDN Controllers?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POX Controller: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Python-based, OpenFlow 1.0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Single-threaded, simpler architecture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Widely used for research and education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Easier to debug and understand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Comparison Goal: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Evaluate controller overhead impact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Compare protocol implementations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Assess forwarding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Ryu Controller: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Python-based, OpenFlow 1.3+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Multi-threaded, modern design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Component-based architecture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Production-grade performance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Why Not ONOS?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Connectivity issues (5/7 switches)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Excessive convergence time (&gt;120s)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• Inconsistent switch registration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Dumbbell Topology?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Network Design: 22 hosts, 6 switches, 2 routers with bottleneck link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Bottleneck Configuration: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10 Mbps bandwidth (intentionally limited)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50 ms propagation delay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1% packet loss rate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Simulates real-world congestion scenarios (ISP peering points, WAN links)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Forces congestion control mechanisms to activate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Clear separation of access and core network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Enables controlled comparison of protocol behavior under stress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Results: Throughput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[Insert Figure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109728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70C0"/>
                </a:solidFill>
              </a:defRPr>
            </a:pPr>
            <a:r>
              <a:t>Key Findings: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UDP achieved highest throughput (~20 Mbps) but with 52% packet loss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TCP CUBIC outperformed TCP Reno across both controllers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POX showed marginally better throughput than Ryu for TCP protocols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All TCP variants stayed within bottleneck limits (10 Mbps)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Results: Latency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[Insert Figure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109728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70C0"/>
                </a:solidFill>
              </a:defRPr>
            </a:pPr>
            <a:r>
              <a:t>Key Findings: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All configurations showed similar latency (~50 ms)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Dominated by configured propagation delay in bottleneck link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Minimal controller overhead impact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TCP vs UDP showed negligible latency differences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Results: Packet Loss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[Insert Figure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109728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70C0"/>
                </a:solidFill>
              </a:defRPr>
            </a:pPr>
            <a:r>
              <a:t>Key Findings: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UDP: ~52% packet loss (no congestion control)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TCP Reno-POX: ~4% packet loss (highest among TCP)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TCP CUBIC-Ryu: ~3% packet loss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TCP protocols effectively managed congestion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CUBIC's window growth showed better adaptation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Results: Jitter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[Insert Figure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109728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70C0"/>
                </a:solidFill>
              </a:defRPr>
            </a:pPr>
            <a:r>
              <a:t>Key Findings: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POX demonstrated lower jitter than Ryu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Suggests more consistent packet scheduling in POX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Ryu's multi-threaded architecture introduced timing variability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UDP jitter measurements affected by Ryu's inconsistent delivery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TCP CUBIC is the clear winner for congestion-prone networks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Better throughput than Reno, lower packet loss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Modern cubic window growth function adapts effectively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POX provides marginally better performance for our use case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Lower jitter, slightly better TCP throughput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Simpler architecture beneficial for controlled experiments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UDP demonstrates fundamental tradeoff: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Maximum throughput when no congestion control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Unacceptable packet loss (52%) in congested networks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Controller choice matters less than protocol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27432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Live Demo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Each team member will demonstrate: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Member 1: Topology setup and network creation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Run simple_dumbbell.py to create network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Verify host connectivity and switch registration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Member 2: Experiment execution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Run automated experiment scripts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Show real-time iperf3 throughput measurements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Member 3: Results analysis and visualization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Generate performance graphs from collected data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• Demonstrate analysis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